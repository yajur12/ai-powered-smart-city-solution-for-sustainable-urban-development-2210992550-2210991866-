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9" r:id="rId6"/>
    <p:sldId id="257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Powered Smart City Solution for Sustainable Urban Development</a:t>
            </a:r>
            <a:endParaRPr lang="en-US" sz="32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Yajur Mittal - 2210992550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Mahit Kumar - 2210991866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Shikha Tuteja, Associate Professor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4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E822-E501-07DB-DB2A-43D2F5783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672E30-5864-8D67-B420-44451DD6A106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Rapid urbanisation is making traffic congestion, energy management, waste disposal, public safety, and environmental sustainability increasingly difficult. Traditional urban management systems often lack real-time data integration and adaptive decision-making.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Artificial intelligence (AI) has emerged as a transformative technology by enabling automated control systems and predictive insights from vast urban datasets. AI-powered smart city solutions combine IoT devices, cloud computing, and sophisticated analytics to improve citizen quality of life, sustainability, and efficiency.</a:t>
            </a:r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0837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Smart City Challenge</a:t>
            </a:r>
            <a:r>
              <a:rPr lang="en-US" sz="20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endParaRPr lang="en-US" sz="2000" dirty="0"/>
          </a:p>
          <a:p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Cities worldwide are adopting AI, IoT, and big data analytics to improve infrastructure, resource utilisation, and quality of life. Yet rapid growth introduces challenges</a:t>
            </a: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Population growth and increased energy demands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Traffic congestion and environmental concerns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Inefficient resource usage and service delivery limitations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Complexity of interconnected urban systems (healthcare, energy, transport, governance)</a:t>
            </a:r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is the promising solution — enabling machine learning and deep learning to process data, identify trends, predict needs, and support real-time decision-making across all urban sectors.</a:t>
            </a:r>
            <a:endParaRPr lang="en-US" sz="2000" dirty="0"/>
          </a:p>
          <a:p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9457F-8682-5DCF-437F-F902A348D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295F2-AC68-F7BE-B818-B5FD4DA1384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266572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Analyze the role of AI in solving urban issues</a:t>
            </a:r>
            <a:endParaRPr lang="en-IN" dirty="0">
              <a:solidFill>
                <a:srgbClr val="1A1A1A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Study AI applications in waste management, water optimization, energy, transportation &amp; public safety</a:t>
            </a:r>
            <a:endParaRPr lang="en-US" dirty="0"/>
          </a:p>
          <a:p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 benefits and limitations of AI-driven urban solutions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554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8FDCF-9BCA-3EC8-BFC8-8EA5E6D9E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0CB2A-1DCF-4713-3A5A-708BAD3C427C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220472"/>
            <a:ext cx="8229240" cy="5472936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Collection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Xplore, Google Scholar, SpringerLink, ScienceDirect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Selection Criteria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AI-based smart city &amp; sustainable urban development studies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Comparative Analysis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trends in AI-driven solutions for congestion, pollution, resources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Synthesis of Findings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 insights, identify gaps, suggest future improvements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8131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7D3D6-BE50-84BE-2A8E-541846C9E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0E9DE-0145-D494-110F-8BCC4602045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4695696"/>
          </a:xfrm>
        </p:spPr>
        <p:txBody>
          <a:bodyPr/>
          <a:lstStyle/>
          <a:p>
            <a:pPr marL="0" indent="0">
              <a:buNone/>
            </a:pPr>
            <a:r>
              <a:rPr lang="en-US" sz="2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Privacy &amp; Security</a:t>
            </a:r>
            <a:endParaRPr lang="en-US" sz="2300" dirty="0"/>
          </a:p>
          <a:p>
            <a:r>
              <a:rPr lang="en-US" sz="2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 volumes of sensitive sensor data vulnerable to breaches and misuse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Integration</a:t>
            </a:r>
            <a:endParaRPr lang="en-US" sz="2300" dirty="0"/>
          </a:p>
          <a:p>
            <a:r>
              <a:rPr lang="en-US" sz="2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Transport, energy, healthcare operate on different platforms — compatibility is complex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Infrastructure Limits</a:t>
            </a:r>
            <a:endParaRPr lang="en-US" sz="2300" dirty="0"/>
          </a:p>
          <a:p>
            <a:r>
              <a:rPr lang="en-US" sz="2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investment required; developing cities face financial &amp; operational constraints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Environmental Concerns</a:t>
            </a:r>
            <a:endParaRPr lang="en-US" sz="2300" dirty="0"/>
          </a:p>
          <a:p>
            <a:r>
              <a:rPr lang="en-US" sz="2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digital tech usage can raise energy consumption if unmanaged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Governance &amp; Regulation</a:t>
            </a:r>
            <a:endParaRPr lang="en-US" sz="2300" dirty="0"/>
          </a:p>
          <a:p>
            <a:r>
              <a:rPr lang="en-US" sz="2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Need for policies on data usage, transparency, and AI ethics</a:t>
            </a:r>
            <a:endParaRPr lang="en-US" sz="23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564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B871-80DE-8ED5-47C9-2E4455A9C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Powered Smart City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A19CBD-8DDC-4B7C-A6ED-F641FD5B172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5171184"/>
          </a:xfrm>
        </p:spPr>
        <p:txBody>
          <a:bodyPr/>
          <a:lstStyle/>
          <a:p>
            <a:pPr marL="0" indent="0">
              <a:buNone/>
            </a:pPr>
            <a:r>
              <a:rPr lang="en-US" sz="2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Management &amp; Security</a:t>
            </a:r>
            <a:endParaRPr lang="en-US" sz="2300" dirty="0"/>
          </a:p>
          <a:p>
            <a:r>
              <a:rPr lang="en-US" sz="2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algorithms detect anomalies, automate encryption, real-time threat monitoring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Integrated Urban Systems</a:t>
            </a:r>
            <a:endParaRPr lang="en-US" sz="2300" dirty="0"/>
          </a:p>
          <a:p>
            <a:r>
              <a:rPr lang="en-US" sz="2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links transport, energy &amp; healthcare for seamless coordination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Urban Challenge Management</a:t>
            </a:r>
            <a:endParaRPr lang="en-US" sz="2300" dirty="0"/>
          </a:p>
          <a:p>
            <a:r>
              <a:rPr lang="en-US" sz="2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Traffic signal optimization, pollution tracking, smart energy grid balancing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Maintenance</a:t>
            </a:r>
            <a:endParaRPr lang="en-US" sz="2300" dirty="0"/>
          </a:p>
          <a:p>
            <a:r>
              <a:rPr lang="en-US" sz="2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Sensor data detects wear early; prevents failures, reduces costs</a:t>
            </a:r>
          </a:p>
          <a:p>
            <a:pPr marL="0" indent="0">
              <a:buNone/>
            </a:pPr>
            <a:r>
              <a:rPr lang="en-US" sz="2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in Governance</a:t>
            </a:r>
            <a:endParaRPr lang="en-US" sz="2300" dirty="0"/>
          </a:p>
          <a:p>
            <a:r>
              <a:rPr lang="en-US" sz="2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Data-driven policies, automated reporting, compliance monitoring</a:t>
            </a:r>
            <a:endParaRPr lang="en-US" sz="2300" dirty="0"/>
          </a:p>
          <a:p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4782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DE66-E6A8-70D8-72EE-5FE4AA59F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AI in Smart Cities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7B5CB-B72C-47FE-33AF-7915C956A05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4960872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Computational Demands</a:t>
            </a:r>
            <a:endParaRPr lang="en-US" sz="2200" dirty="0"/>
          </a:p>
          <a:p>
            <a:r>
              <a:rPr lang="en-US" sz="2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ML/DL requires substantial processing power; continuous IoT data raises infrastructure and energy costs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Dependence on Data Quality</a:t>
            </a:r>
            <a:endParaRPr lang="en-US" sz="2200" dirty="0"/>
          </a:p>
          <a:p>
            <a:r>
              <a:rPr lang="en-US" sz="2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Incomplete, outdated or biased data leads to inaccurate AI decisions in traffic control or energy management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Errors</a:t>
            </a:r>
            <a:endParaRPr lang="en-US" sz="2200" dirty="0"/>
          </a:p>
          <a:p>
            <a:r>
              <a:rPr lang="en-US" sz="2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False positives/negatives in forecasting can disrupt operations; limited training data causes real-world inaccuracies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Risks</a:t>
            </a:r>
            <a:endParaRPr lang="en-US" sz="2200" dirty="0"/>
          </a:p>
          <a:p>
            <a:r>
              <a:rPr lang="en-US" sz="2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Digital infrastructure vulnerable to hacking, data manipulation, and system failures disrupting critical services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Lack of Transparency 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models are opaque; difficult to justify decisions — raising accountability and ethics concerns</a:t>
            </a:r>
            <a:endParaRPr lang="en-US" sz="2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6841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76B1-E615-7FAB-A6F3-845C089A8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B4640D-404E-B19E-0953-15C4DED4ABB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4549392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Explainable AI</a:t>
            </a:r>
          </a:p>
          <a:p>
            <a:r>
              <a:rPr lang="en-US" sz="2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Make decision processes understandable for policymakers; build trust &amp; ensure ethical governance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Federated Learning</a:t>
            </a:r>
          </a:p>
          <a:p>
            <a:r>
              <a:rPr lang="en-US" sz="2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Collaborative AI training without sharing raw data — enhances privacy across healthcare, transport, energy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Autonomous &amp; Self-Healing Systems</a:t>
            </a:r>
          </a:p>
          <a:p>
            <a:r>
              <a:rPr lang="en-US" sz="2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traffic control, automated waste management, dynamic energy distribution with minimal human intervention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&amp; Preventive Analytics</a:t>
            </a:r>
          </a:p>
          <a:p>
            <a:r>
              <a:rPr lang="en-US" sz="2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Anticipate congestion, infrastructure failures &amp; energy demand using historical and real-time data</a:t>
            </a:r>
            <a:endParaRPr lang="en-US" sz="2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8719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DEA6F-D30F-6D62-C3FE-E33926D90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AB2490-0E56-B97A-FC41-9A130BDA0FA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4229352"/>
          </a:xfrm>
        </p:spPr>
        <p:txBody>
          <a:bodyPr/>
          <a:lstStyle/>
          <a:p>
            <a:r>
              <a:rPr lang="en-US" sz="2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cities integrate AI, IoT, and data analytics to improve infrastructure, optimize resources, and enhance quality of life.</a:t>
            </a:r>
            <a:endParaRPr lang="en-US" sz="2600" dirty="0"/>
          </a:p>
          <a:p>
            <a:r>
              <a:rPr lang="en-US" sz="2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Traditional urban management — reliant on manual processes and fixed policies — is insufficient for modern urban complexity.</a:t>
            </a:r>
          </a:p>
          <a:p>
            <a:r>
              <a:rPr lang="en-US" sz="2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enables data-driven decision-making, automation, and predictive analysis for traffic, energy, waste, and safety.</a:t>
            </a:r>
            <a:endParaRPr lang="en-US" sz="2600" dirty="0"/>
          </a:p>
          <a:p>
            <a:r>
              <a:rPr lang="en-US" sz="2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Challenges such as high computational costs, data quality, transparency, and ethical concerns must still be addressed.</a:t>
            </a:r>
            <a:endParaRPr lang="en-US" sz="2600" dirty="0"/>
          </a:p>
          <a:p>
            <a:r>
              <a:rPr lang="en-US" sz="2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 proper implementation and governance, AI integration can create smarter, more sustainable cities for future generations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57996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EC2EE-6ABC-046A-328D-86B465503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A0FD3-45DD-7E82-29CA-CAB6AD75D132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H. Chourabi et al., "Understanding smart cities: An integrative framework," HICSS, 2012.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A. Caragliu, C. Del Bo, P. Nijkamp, "Smart cities in Europe," Journal of Urban Technology, vol. 18, no. 2, 2011.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R. G. Hollands, "Will the really smart city please stand up?" City, vol. 12, no. 3, 2008.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M. Batty et al., "Smart cities of the future," European Physical Journal Special Topics, vol. 214, 2012.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P. Neirotti et al., "Current trends in smart city initiatives," Cities, vol. 38, 2014.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J. Jin et al., "An information framework for creating a smart city through IoT," IEEE IoT Journal, vol. 1, 2014.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Y. LeCun, Y. Bengio, G. Hinton, "Deep learning," Nature, vol. 521, 2015.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[8] X. Li et al., "Smart community: An IoT application," IEEE Communications Magazine, vol. 49, 2011.</a:t>
            </a:r>
            <a:endParaRPr lang="en-US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4222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34740</TotalTime>
  <Words>981</Words>
  <Application>Microsoft Office PowerPoint</Application>
  <PresentationFormat>On-screen Show (4:3)</PresentationFormat>
  <Paragraphs>113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   Abstract</vt:lpstr>
      <vt:lpstr>PowerPoint Presentation</vt:lpstr>
      <vt:lpstr>Objectives </vt:lpstr>
      <vt:lpstr>Methodology</vt:lpstr>
      <vt:lpstr>Challenges</vt:lpstr>
      <vt:lpstr>AI Powered Smart City Solutions</vt:lpstr>
      <vt:lpstr>Limitations of AI in Smart Cities</vt:lpstr>
      <vt:lpstr>Future Scope</vt:lpstr>
      <vt:lpstr>Conclusion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Mahit Kumar</cp:lastModifiedBy>
  <cp:revision>2301</cp:revision>
  <dcterms:created xsi:type="dcterms:W3CDTF">2010-04-09T07:36:15Z</dcterms:created>
  <dcterms:modified xsi:type="dcterms:W3CDTF">2026-05-10T16:37:59Z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